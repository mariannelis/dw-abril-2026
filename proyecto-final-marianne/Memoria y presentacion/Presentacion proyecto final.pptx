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ebp" ContentType="image/webp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47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338987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ebp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image(355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2192816"/>
            <a:ext cx="5056632" cy="247236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20">
              <a:alpha val="90000"/>
            </a:srgbClr>
          </a:solidFill>
          <a:ln w="12700">
            <a:solidFill>
              <a:srgbClr val="07112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94360" y="105156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7DD3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PROYECTO FINAL FRONTEND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594360" y="1508760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CodevaML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612648" y="2267712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DDE7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Portafolio profesional y servicios digitales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612648" y="301752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DDE7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HTML · CSS · JavaScript nativo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DDE7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Autora: Marianne Lucena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12648" y="4160520"/>
            <a:ext cx="1051560" cy="301752"/>
          </a:xfrm>
          <a:prstGeom prst="roundRect">
            <a:avLst>
              <a:gd name="adj" fmla="val 24242"/>
            </a:avLst>
          </a:prstGeom>
          <a:solidFill>
            <a:srgbClr val="132F62"/>
          </a:solidFill>
          <a:ln w="12700">
            <a:solidFill>
              <a:srgbClr val="2B4B87">
                <a:alpha val="85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22376" y="4233672"/>
            <a:ext cx="8412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Responsive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1965960" y="4160520"/>
            <a:ext cx="1115568" cy="301752"/>
          </a:xfrm>
          <a:prstGeom prst="roundRect">
            <a:avLst>
              <a:gd name="adj" fmla="val 24242"/>
            </a:avLst>
          </a:prstGeom>
          <a:solidFill>
            <a:srgbClr val="132F62"/>
          </a:solidFill>
          <a:ln w="12700">
            <a:solidFill>
              <a:srgbClr val="2B4B87">
                <a:alpha val="85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075688" y="4233672"/>
            <a:ext cx="9052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Video local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3246120" y="4160520"/>
            <a:ext cx="1115568" cy="301752"/>
          </a:xfrm>
          <a:prstGeom prst="roundRect">
            <a:avLst>
              <a:gd name="adj" fmla="val 24242"/>
            </a:avLst>
          </a:prstGeom>
          <a:solidFill>
            <a:srgbClr val="132F62"/>
          </a:solidFill>
          <a:ln w="12700">
            <a:solidFill>
              <a:srgbClr val="2B4B87">
                <a:alpha val="85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355848" y="4233672"/>
            <a:ext cx="9052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Iframe mapa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411480" y="6537960"/>
            <a:ext cx="6583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6C6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CodevaML · Marianne Lucena · Proyecto final frontend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11247120" y="653796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B6C6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INTRODUCCIÓN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86868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0A1F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 sitio para comunicar confianza digital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94360" y="205740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5B6B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CodevaML responde a la necesidad de presentar un perfil profesional, servicios y proyectos de forma clara, moderna y accesible.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94360" y="3063240"/>
            <a:ext cx="34747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8E2F0">
                <a:alpha val="9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3063240"/>
            <a:ext cx="82296" cy="960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320040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F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3502152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B6B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Muchos perfiles digitales se perciben dispersos, poco claros o no adaptados a móvil.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297680" y="3063240"/>
            <a:ext cx="34747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8E2F0">
                <a:alpha val="9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97680" y="3063240"/>
            <a:ext cx="82296" cy="9601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26280" y="320040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F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Solución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26280" y="3502152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B6B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portafolio frontend con identidad visual, proyectos, servicios, video, contacto y mapa.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909560" y="731520"/>
            <a:ext cx="3566160" cy="43434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C7D2FE">
                <a:alpha val="85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11480" y="6537960"/>
            <a:ext cx="6583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CodevaML · Marianne Lucena · Proyecto final frontend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11247120" y="653796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</a:t>
            </a:r>
            <a:endParaRPr lang="en-US" sz="750" dirty="0"/>
          </a:p>
        </p:txBody>
      </p:sp>
      <p:pic>
        <p:nvPicPr>
          <p:cNvPr id="22" name="Imagen 21">
            <a:extLst>
              <a:ext uri="{FF2B5EF4-FFF2-40B4-BE49-F238E27FC236}">
                <a16:creationId xmlns:a16="http://schemas.microsoft.com/office/drawing/2014/main" id="{1836B319-2B4B-3316-48C3-0244D4CF27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8704" y="2175933"/>
            <a:ext cx="3557016" cy="164853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OBJETIVOS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86868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500" b="1" dirty="0">
                <a:solidFill>
                  <a:srgbClr val="0A1F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Qué debía lograr el proyecto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685800" y="2148840"/>
            <a:ext cx="48920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8E2F0">
                <a:alpha val="9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2148840"/>
            <a:ext cx="82296" cy="9601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2860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F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Comunicar marca personal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587752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B6B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Presentar CodevaML como identidad profesional tecnológica.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080760" y="2148840"/>
            <a:ext cx="48920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8E2F0">
                <a:alpha val="9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80760" y="2148840"/>
            <a:ext cx="82296" cy="9601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0" y="22860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F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Mostrar proyectos reales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309360" y="2587752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B6B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Saray App, Pasha Delight y Venezuela Levántate.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85800" y="3383280"/>
            <a:ext cx="48920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8E2F0">
                <a:alpha val="9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3383280"/>
            <a:ext cx="82296" cy="9601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5204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F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Ofrecer servicios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" y="3822192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B6B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Diseño web, landing pages, portafolios y responsive.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080760" y="3383280"/>
            <a:ext cx="48920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8E2F0">
                <a:alpha val="9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80760" y="3383280"/>
            <a:ext cx="82296" cy="9601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0" y="35204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F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Demostrar dominio frontend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309360" y="3822192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B6B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HTML, CSS, JavaScript nativo, video e iframe.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11480" y="6537960"/>
            <a:ext cx="6583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CodevaML · Marianne Lucena · Proyecto final frontend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1247120" y="653796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7DD3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ESTRUCTURA DE LA WEB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86868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Recorrido del usuario</a:t>
            </a:r>
            <a:endParaRPr lang="en-US" sz="3500" dirty="0"/>
          </a:p>
        </p:txBody>
      </p:sp>
      <p:sp>
        <p:nvSpPr>
          <p:cNvPr id="4" name="Text 2"/>
          <p:cNvSpPr/>
          <p:nvPr/>
        </p:nvSpPr>
        <p:spPr>
          <a:xfrm>
            <a:off x="594360" y="192024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DDE7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navegación guía al visitante desde la primera impresión hasta la conversión mediante contacto.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85800" y="2743200"/>
            <a:ext cx="2423160" cy="960120"/>
          </a:xfrm>
          <a:prstGeom prst="roundRect">
            <a:avLst>
              <a:gd name="adj" fmla="val 7619"/>
            </a:avLst>
          </a:prstGeom>
          <a:solidFill>
            <a:srgbClr val="0D264F"/>
          </a:solidFill>
          <a:ln w="12700">
            <a:solidFill>
              <a:srgbClr val="284E8A">
                <a:alpha val="9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2743200"/>
            <a:ext cx="82296" cy="9601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88036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Inicio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318211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DDE7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Primera impresión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474720" y="2743200"/>
            <a:ext cx="2423160" cy="960120"/>
          </a:xfrm>
          <a:prstGeom prst="roundRect">
            <a:avLst>
              <a:gd name="adj" fmla="val 7619"/>
            </a:avLst>
          </a:prstGeom>
          <a:solidFill>
            <a:srgbClr val="0D264F"/>
          </a:solidFill>
          <a:ln w="12700">
            <a:solidFill>
              <a:srgbClr val="284E8A">
                <a:alpha val="9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0" y="2743200"/>
            <a:ext cx="82296" cy="960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03320" y="288036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Proyectos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703320" y="318211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DDE7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Casos reales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263640" y="2743200"/>
            <a:ext cx="2423160" cy="960120"/>
          </a:xfrm>
          <a:prstGeom prst="roundRect">
            <a:avLst>
              <a:gd name="adj" fmla="val 7619"/>
            </a:avLst>
          </a:prstGeom>
          <a:solidFill>
            <a:srgbClr val="0D264F"/>
          </a:solidFill>
          <a:ln w="12700">
            <a:solidFill>
              <a:srgbClr val="284E8A">
                <a:alpha val="9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63640" y="2743200"/>
            <a:ext cx="82296" cy="9601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288036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Servicios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92240" y="318211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DDE7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Oferta profesional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9052560" y="2743200"/>
            <a:ext cx="2423160" cy="960120"/>
          </a:xfrm>
          <a:prstGeom prst="roundRect">
            <a:avLst>
              <a:gd name="adj" fmla="val 7619"/>
            </a:avLst>
          </a:prstGeom>
          <a:solidFill>
            <a:srgbClr val="0D264F"/>
          </a:solidFill>
          <a:ln w="12700">
            <a:solidFill>
              <a:srgbClr val="284E8A">
                <a:alpha val="9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52560" y="2743200"/>
            <a:ext cx="82296" cy="9601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81160" y="288036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Video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281160" y="318211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DDE7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Presentación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85800" y="4069080"/>
            <a:ext cx="2423160" cy="960120"/>
          </a:xfrm>
          <a:prstGeom prst="roundRect">
            <a:avLst>
              <a:gd name="adj" fmla="val 7619"/>
            </a:avLst>
          </a:prstGeom>
          <a:solidFill>
            <a:srgbClr val="0D264F"/>
          </a:solidFill>
          <a:ln w="12700">
            <a:solidFill>
              <a:srgbClr val="284E8A">
                <a:alpha val="9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5800" y="4069080"/>
            <a:ext cx="82296" cy="960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420624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Sobre mí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14400" y="450799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DDE7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Perfil personal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474720" y="4069080"/>
            <a:ext cx="2423160" cy="960120"/>
          </a:xfrm>
          <a:prstGeom prst="roundRect">
            <a:avLst>
              <a:gd name="adj" fmla="val 7619"/>
            </a:avLst>
          </a:prstGeom>
          <a:solidFill>
            <a:srgbClr val="0D264F"/>
          </a:solidFill>
          <a:ln w="12700">
            <a:solidFill>
              <a:srgbClr val="284E8A">
                <a:alpha val="9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0" y="4069080"/>
            <a:ext cx="82296" cy="9601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03320" y="420624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6. Proceso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703320" y="450799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DDE7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Metodología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263640" y="4069080"/>
            <a:ext cx="2423160" cy="960120"/>
          </a:xfrm>
          <a:prstGeom prst="roundRect">
            <a:avLst>
              <a:gd name="adj" fmla="val 7619"/>
            </a:avLst>
          </a:prstGeom>
          <a:solidFill>
            <a:srgbClr val="0D264F"/>
          </a:solidFill>
          <a:ln w="12700">
            <a:solidFill>
              <a:srgbClr val="284E8A">
                <a:alpha val="9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63640" y="4069080"/>
            <a:ext cx="82296" cy="9601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92240" y="420624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7. Contacto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492240" y="450799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DDE7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Formulario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9052560" y="4069080"/>
            <a:ext cx="2423160" cy="960120"/>
          </a:xfrm>
          <a:prstGeom prst="roundRect">
            <a:avLst>
              <a:gd name="adj" fmla="val 7619"/>
            </a:avLst>
          </a:prstGeom>
          <a:solidFill>
            <a:srgbClr val="0D264F"/>
          </a:solidFill>
          <a:ln w="12700">
            <a:solidFill>
              <a:srgbClr val="284E8A">
                <a:alpha val="9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052560" y="4069080"/>
            <a:ext cx="82296" cy="960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281160" y="420624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8. Footer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9281160" y="450799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DDE7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Mapa + enlaces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11480" y="6537960"/>
            <a:ext cx="6583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6C6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CodevaML · Marianne Lucena · Proyecto final frontend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11247120" y="653796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B6C6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PROYECTOS DESTACADOS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86868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0A1F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Casos reales en formato slider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94360" y="1938528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5B6B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slider permite revisar proyectos principales sin crear páginas independientes, manteniendo una experiencia ligera.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0" y="1325880"/>
            <a:ext cx="484632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C7D2FE">
                <a:alpha val="85000"/>
              </a:srgbClr>
            </a:solidFill>
            <a:prstDash val="solid"/>
          </a:ln>
        </p:spPr>
      </p:sp>
      <p:pic>
        <p:nvPicPr>
          <p:cNvPr id="6" name="Image 0" descr="/mnt/data/image(361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0086" y="1362456"/>
            <a:ext cx="4267748" cy="349300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94360" y="2834640"/>
            <a:ext cx="987552" cy="301752"/>
          </a:xfrm>
          <a:prstGeom prst="roundRect">
            <a:avLst>
              <a:gd name="adj" fmla="val 24242"/>
            </a:avLst>
          </a:prstGeom>
          <a:solidFill>
            <a:srgbClr val="DBEAFE"/>
          </a:solidFill>
          <a:ln w="12700">
            <a:solidFill>
              <a:srgbClr val="BFDBFE">
                <a:alpha val="85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04088" y="2907792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A1F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Saray App</a:t>
            </a:r>
            <a:endParaRPr lang="en-US" sz="750" dirty="0"/>
          </a:p>
        </p:txBody>
      </p:sp>
      <p:sp>
        <p:nvSpPr>
          <p:cNvPr id="9" name="Shape 6"/>
          <p:cNvSpPr/>
          <p:nvPr/>
        </p:nvSpPr>
        <p:spPr>
          <a:xfrm>
            <a:off x="1874520" y="2834640"/>
            <a:ext cx="1243584" cy="301752"/>
          </a:xfrm>
          <a:prstGeom prst="roundRect">
            <a:avLst>
              <a:gd name="adj" fmla="val 24242"/>
            </a:avLst>
          </a:prstGeom>
          <a:solidFill>
            <a:srgbClr val="DBEAFE"/>
          </a:solidFill>
          <a:ln w="12700">
            <a:solidFill>
              <a:srgbClr val="BFDBFE">
                <a:alpha val="85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984248" y="2907792"/>
            <a:ext cx="10332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A1F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Pasha Delight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3383280" y="2834640"/>
            <a:ext cx="1627632" cy="301752"/>
          </a:xfrm>
          <a:prstGeom prst="roundRect">
            <a:avLst>
              <a:gd name="adj" fmla="val 24242"/>
            </a:avLst>
          </a:prstGeom>
          <a:solidFill>
            <a:srgbClr val="DBEAFE"/>
          </a:solidFill>
          <a:ln w="12700">
            <a:solidFill>
              <a:srgbClr val="BFDBFE">
                <a:alpha val="85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493008" y="2907792"/>
            <a:ext cx="1417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A1F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Venezuela Levántate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594360" y="3886200"/>
            <a:ext cx="38862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8E2F0">
                <a:alpha val="90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94360" y="3886200"/>
            <a:ext cx="82296" cy="9601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40233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F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Interacción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22960" y="432511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B6B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Botones, contador, enlaces y movimiento automático.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411480" y="6537960"/>
            <a:ext cx="6583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CodevaML · Marianne Lucena · Proyecto final frontend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11247120" y="653796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SERVICIOS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86868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0A1F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Oferta profesional clara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94360" y="196596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5B6B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sección de servicios comunica de forma directa las soluciones que CodevaML puede ofrecer.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46520" y="1234440"/>
            <a:ext cx="4800600" cy="347472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C7D2FE">
                <a:alpha val="85000"/>
              </a:srgbClr>
            </a:solidFill>
            <a:prstDash val="solid"/>
          </a:ln>
        </p:spPr>
      </p:sp>
      <p:pic>
        <p:nvPicPr>
          <p:cNvPr id="6" name="Image 0" descr="/mnt/data/image(363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3096" y="1888966"/>
            <a:ext cx="4727448" cy="2165667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85800" y="3154680"/>
            <a:ext cx="39776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8E2F0">
                <a:alpha val="90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85800" y="3154680"/>
            <a:ext cx="82296" cy="960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14400" y="32918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F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Diseño web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914400" y="359359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B6B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Sitios modernos, elegantes y adaptados a cada marca.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85800" y="4297680"/>
            <a:ext cx="39776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8E2F0">
                <a:alpha val="90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85800" y="4297680"/>
            <a:ext cx="82296" cy="9601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14400" y="44348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F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Landing pages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914400" y="473659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B6B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Páginas orientadas a comunicar y convertir.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411480" y="6537960"/>
            <a:ext cx="6583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CodevaML · Marianne Lucena · Proyecto final frontend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11247120" y="653796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7DD3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MULTIMEDIA E IFRAME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86868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Video propio y mapa integrado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94360" y="2011680"/>
            <a:ext cx="5120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DDE7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video se entrega en WebM y MP4 con poster WebP. El mapa se integra con iframe en el footer para cumplir el requisito sin interrumpir el formulario.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537960" y="731520"/>
            <a:ext cx="480060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C7D2FE">
                <a:alpha val="85000"/>
              </a:srgbClr>
            </a:solidFill>
            <a:prstDash val="solid"/>
          </a:ln>
        </p:spPr>
      </p:sp>
      <p:pic>
        <p:nvPicPr>
          <p:cNvPr id="6" name="Image 0" descr="/mnt/data/video-codevaml-poster.web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4536" y="864965"/>
            <a:ext cx="4727448" cy="265919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537960" y="3886200"/>
            <a:ext cx="480060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C7D2FE">
                <a:alpha val="85000"/>
              </a:srgbClr>
            </a:solidFill>
            <a:prstDash val="solid"/>
          </a:ln>
        </p:spPr>
      </p:sp>
      <p:pic>
        <p:nvPicPr>
          <p:cNvPr id="8" name="Image 1" descr="/mnt/data/image(367)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72" y="3922776"/>
            <a:ext cx="2148776" cy="1344168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594360" y="3337560"/>
            <a:ext cx="1115568" cy="301752"/>
          </a:xfrm>
          <a:prstGeom prst="roundRect">
            <a:avLst>
              <a:gd name="adj" fmla="val 24242"/>
            </a:avLst>
          </a:prstGeom>
          <a:solidFill>
            <a:srgbClr val="132F62"/>
          </a:solidFill>
          <a:ln w="12700">
            <a:solidFill>
              <a:srgbClr val="2B4B87">
                <a:alpha val="85000"/>
              </a:srgbClr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04088" y="3410712"/>
            <a:ext cx="9052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WebM 3.2 MB</a:t>
            </a:r>
            <a:endParaRPr lang="en-US" sz="750" dirty="0"/>
          </a:p>
        </p:txBody>
      </p:sp>
      <p:sp>
        <p:nvSpPr>
          <p:cNvPr id="11" name="Shape 7"/>
          <p:cNvSpPr/>
          <p:nvPr/>
        </p:nvSpPr>
        <p:spPr>
          <a:xfrm>
            <a:off x="1965960" y="3337560"/>
            <a:ext cx="1051560" cy="301752"/>
          </a:xfrm>
          <a:prstGeom prst="roundRect">
            <a:avLst>
              <a:gd name="adj" fmla="val 24242"/>
            </a:avLst>
          </a:prstGeom>
          <a:solidFill>
            <a:srgbClr val="132F62"/>
          </a:solidFill>
          <a:ln w="12700">
            <a:solidFill>
              <a:srgbClr val="2B4B87">
                <a:alpha val="85000"/>
              </a:srgbClr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2075688" y="3410712"/>
            <a:ext cx="8412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MP4 2.6 MB</a:t>
            </a:r>
            <a:endParaRPr lang="en-US" sz="750" dirty="0"/>
          </a:p>
        </p:txBody>
      </p:sp>
      <p:sp>
        <p:nvSpPr>
          <p:cNvPr id="13" name="Shape 9"/>
          <p:cNvSpPr/>
          <p:nvPr/>
        </p:nvSpPr>
        <p:spPr>
          <a:xfrm>
            <a:off x="3200400" y="3337560"/>
            <a:ext cx="1115568" cy="301752"/>
          </a:xfrm>
          <a:prstGeom prst="roundRect">
            <a:avLst>
              <a:gd name="adj" fmla="val 24242"/>
            </a:avLst>
          </a:prstGeom>
          <a:solidFill>
            <a:srgbClr val="132F62"/>
          </a:solidFill>
          <a:ln w="12700">
            <a:solidFill>
              <a:srgbClr val="2B4B87">
                <a:alpha val="85000"/>
              </a:srgbClr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3310128" y="3410712"/>
            <a:ext cx="9052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Poster WebP</a:t>
            </a:r>
            <a:endParaRPr lang="en-US" sz="750" dirty="0"/>
          </a:p>
        </p:txBody>
      </p:sp>
      <p:sp>
        <p:nvSpPr>
          <p:cNvPr id="15" name="Text 11"/>
          <p:cNvSpPr/>
          <p:nvPr/>
        </p:nvSpPr>
        <p:spPr>
          <a:xfrm>
            <a:off x="411480" y="6537960"/>
            <a:ext cx="6583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6C6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CodevaML · Marianne Lucena · Proyecto final frontend</a:t>
            </a:r>
            <a:endParaRPr lang="en-US" sz="750" dirty="0"/>
          </a:p>
        </p:txBody>
      </p:sp>
      <p:sp>
        <p:nvSpPr>
          <p:cNvPr id="16" name="Text 12"/>
          <p:cNvSpPr/>
          <p:nvPr/>
        </p:nvSpPr>
        <p:spPr>
          <a:xfrm>
            <a:off x="11247120" y="653796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B6C6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JAVASCRIPT NATIVO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86868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0A1F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Interacciones principales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2148840"/>
            <a:ext cx="3246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8E2F0">
                <a:alpha val="9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2148840"/>
            <a:ext cx="82296" cy="9601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28600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F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Menú móvil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587752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B6B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Apertura y cierre de navegación responsive.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389120" y="2148840"/>
            <a:ext cx="3246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8E2F0">
                <a:alpha val="9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89120" y="2148840"/>
            <a:ext cx="82296" cy="960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7720" y="228600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F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Sliders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617720" y="2587752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B6B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Proyectos y servicios con controles y autoplay.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092440" y="2148840"/>
            <a:ext cx="3246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8E2F0">
                <a:alpha val="9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92440" y="2148840"/>
            <a:ext cx="82296" cy="9601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21040" y="228600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F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Lightbox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321040" y="2587752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B6B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Más información sin crear páginas internas.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85800" y="3474720"/>
            <a:ext cx="3246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8E2F0">
                <a:alpha val="9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" y="3474720"/>
            <a:ext cx="82296" cy="9601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361188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F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Formulario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14400" y="3913632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B6B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Validación y mensajes de usuario.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389120" y="3474720"/>
            <a:ext cx="3246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8E2F0">
                <a:alpha val="9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89120" y="3474720"/>
            <a:ext cx="82296" cy="960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17720" y="361188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F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Idioma ES/EN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617720" y="3913632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B6B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Cambio dinámico con data-es/data-en.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092440" y="3474720"/>
            <a:ext cx="3246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8E2F0">
                <a:alpha val="9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092440" y="3474720"/>
            <a:ext cx="82296" cy="9601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21040" y="361188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F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Eva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321040" y="3913632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B6B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Chatbot visual con respuestas predefinidas.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8595360" y="4709160"/>
            <a:ext cx="192024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C7D2FE">
                <a:alpha val="85000"/>
              </a:srgbClr>
            </a:solidFill>
            <a:prstDash val="solid"/>
          </a:ln>
        </p:spPr>
      </p:sp>
      <p:pic>
        <p:nvPicPr>
          <p:cNvPr id="29" name="Image 0" descr="/mnt/data/image(358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3444" y="4745736"/>
            <a:ext cx="964072" cy="1069848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411480" y="6537960"/>
            <a:ext cx="6583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CodevaML · Marianne Lucena · Proyecto final frontend</a:t>
            </a:r>
            <a:endParaRPr lang="en-US" sz="750" dirty="0"/>
          </a:p>
        </p:txBody>
      </p:sp>
      <p:sp>
        <p:nvSpPr>
          <p:cNvPr id="31" name="Text 28"/>
          <p:cNvSpPr/>
          <p:nvPr/>
        </p:nvSpPr>
        <p:spPr>
          <a:xfrm>
            <a:off x="11247120" y="653796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RESPONSIVE Y ACCESIBILIDAD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86868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0A1F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Diseño adaptable y usable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94360" y="196596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5B6B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proyecto utiliza media queries, etiquetas semánticas, alt en imágenes, aria-label, focus-visible y tamaños adecuados para diferentes pantallas.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85800" y="3246120"/>
            <a:ext cx="32918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8E2F0">
                <a:alpha val="9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3246120"/>
            <a:ext cx="82296" cy="9601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3383280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F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Responsive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3685032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B6B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Ajustes para escritorio, tablet y móvil.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85800" y="4389120"/>
            <a:ext cx="32918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8E2F0">
                <a:alpha val="9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4389120"/>
            <a:ext cx="82296" cy="960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4526280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F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Accesibilidad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4828032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B6B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Labels, títulos, textos alternativos y foco visible.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400800" y="1645920"/>
            <a:ext cx="2423160" cy="2926080"/>
          </a:xfrm>
          <a:prstGeom prst="roundRect">
            <a:avLst>
              <a:gd name="adj" fmla="val 4528"/>
            </a:avLst>
          </a:prstGeom>
          <a:solidFill>
            <a:srgbClr val="FFFFFF"/>
          </a:solidFill>
          <a:ln w="12700">
            <a:solidFill>
              <a:srgbClr val="C7D2FE">
                <a:alpha val="85000"/>
              </a:srgbClr>
            </a:solidFill>
            <a:prstDash val="solid"/>
          </a:ln>
        </p:spPr>
      </p:sp>
      <p:pic>
        <p:nvPicPr>
          <p:cNvPr id="14" name="Image 0" descr="/mnt/data/image(363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7376" y="2570685"/>
            <a:ext cx="2350008" cy="107655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9144000" y="1645920"/>
            <a:ext cx="2423160" cy="2926080"/>
          </a:xfrm>
          <a:prstGeom prst="roundRect">
            <a:avLst>
              <a:gd name="adj" fmla="val 4528"/>
            </a:avLst>
          </a:prstGeom>
          <a:solidFill>
            <a:srgbClr val="FFFFFF"/>
          </a:solidFill>
          <a:ln w="12700">
            <a:solidFill>
              <a:srgbClr val="C7D2FE">
                <a:alpha val="85000"/>
              </a:srgbClr>
            </a:solidFill>
            <a:prstDash val="solid"/>
          </a:ln>
        </p:spPr>
      </p:sp>
      <p:pic>
        <p:nvPicPr>
          <p:cNvPr id="16" name="Image 1" descr="/mnt/data/image(361)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0576" y="2147259"/>
            <a:ext cx="2350008" cy="192340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11480" y="6537960"/>
            <a:ext cx="6583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CodevaML · Marianne Lucena · Proyecto final frontend</a:t>
            </a:r>
            <a:endParaRPr lang="en-US" sz="750" dirty="0"/>
          </a:p>
        </p:txBody>
      </p:sp>
      <p:sp>
        <p:nvSpPr>
          <p:cNvPr id="18" name="Text 14"/>
          <p:cNvSpPr/>
          <p:nvPr/>
        </p:nvSpPr>
        <p:spPr>
          <a:xfrm>
            <a:off x="11247120" y="653796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7DD3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TECNOLOGÍAS Y METODOLOGÍA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86868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Frontend organizado y mantenible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2103120"/>
            <a:ext cx="4663440" cy="960120"/>
          </a:xfrm>
          <a:prstGeom prst="roundRect">
            <a:avLst>
              <a:gd name="adj" fmla="val 7619"/>
            </a:avLst>
          </a:prstGeom>
          <a:solidFill>
            <a:srgbClr val="0D264F"/>
          </a:solidFill>
          <a:ln w="12700">
            <a:solidFill>
              <a:srgbClr val="284E8A">
                <a:alpha val="9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2103120"/>
            <a:ext cx="82296" cy="9601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240280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HTML5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542032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DDE7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Estructura semántica y contenido accesible.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852160" y="2103120"/>
            <a:ext cx="4663440" cy="960120"/>
          </a:xfrm>
          <a:prstGeom prst="roundRect">
            <a:avLst>
              <a:gd name="adj" fmla="val 7619"/>
            </a:avLst>
          </a:prstGeom>
          <a:solidFill>
            <a:srgbClr val="0D264F"/>
          </a:solidFill>
          <a:ln w="12700">
            <a:solidFill>
              <a:srgbClr val="284E8A">
                <a:alpha val="9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852160" y="2103120"/>
            <a:ext cx="82296" cy="9601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80760" y="2240280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CSS3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080760" y="2542032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DDE7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Grid, Flexbox, variables, responsive y estados.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85800" y="3520440"/>
            <a:ext cx="4663440" cy="960120"/>
          </a:xfrm>
          <a:prstGeom prst="roundRect">
            <a:avLst>
              <a:gd name="adj" fmla="val 7619"/>
            </a:avLst>
          </a:prstGeom>
          <a:solidFill>
            <a:srgbClr val="0D264F"/>
          </a:solidFill>
          <a:ln w="12700">
            <a:solidFill>
              <a:srgbClr val="284E8A">
                <a:alpha val="9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3520440"/>
            <a:ext cx="82296" cy="960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657600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JavaScript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" y="3959352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DDE7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Eventos, módulos, DOM y validaciones.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852160" y="3520440"/>
            <a:ext cx="4663440" cy="960120"/>
          </a:xfrm>
          <a:prstGeom prst="roundRect">
            <a:avLst>
              <a:gd name="adj" fmla="val 7619"/>
            </a:avLst>
          </a:prstGeom>
          <a:solidFill>
            <a:srgbClr val="0D264F"/>
          </a:solidFill>
          <a:ln w="12700">
            <a:solidFill>
              <a:srgbClr val="284E8A">
                <a:alpha val="9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3520440"/>
            <a:ext cx="82296" cy="960120"/>
          </a:xfrm>
          <a:prstGeom prst="rect">
            <a:avLst/>
          </a:prstGeom>
          <a:solidFill>
            <a:srgbClr val="7DD3FC"/>
          </a:solidFill>
          <a:ln w="12700">
            <a:solidFill>
              <a:srgbClr val="7DD3F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80760" y="3657600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BEM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080760" y="3959352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DDE7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Clases ordenadas por bloques y componentes.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11480" y="6537960"/>
            <a:ext cx="6583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6C6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CodevaML · Marianne Lucena · Proyecto final frontend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1247120" y="653796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B6C6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DIFICULTADES Y SOLUCIONES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868680"/>
            <a:ext cx="5577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0A1F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Decisiones de mejora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920240"/>
            <a:ext cx="47548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8E2F0">
                <a:alpha val="9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920240"/>
            <a:ext cx="82296" cy="9601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057400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F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Imágenes recortadas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359152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B6B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ajustó object-fit, aspect-ratio y espaciado interno.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943600" y="1920240"/>
            <a:ext cx="47548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8E2F0">
                <a:alpha val="9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0" y="1920240"/>
            <a:ext cx="82296" cy="960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72200" y="2057400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F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Scroll conflictivo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172200" y="2359152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B6B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eliminó el efecto que generaba superposiciones.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85800" y="3063240"/>
            <a:ext cx="47548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8E2F0">
                <a:alpha val="9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3063240"/>
            <a:ext cx="82296" cy="9601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200400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F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Botones flotantes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" y="3502152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B6B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reubicaron para evitar ocultarse entre sí.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43600" y="3063240"/>
            <a:ext cx="47548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8E2F0">
                <a:alpha val="9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0" y="3063240"/>
            <a:ext cx="82296" cy="960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72200" y="3200400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F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Mapa grande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172200" y="3502152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B6B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trasladó al footer y se redujo su presencia visual.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85800" y="4206240"/>
            <a:ext cx="47548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8E2F0">
                <a:alpha val="9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5800" y="4206240"/>
            <a:ext cx="82296" cy="9601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4343400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F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Video pesado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14400" y="4645152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B6B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optimizó a WebM/MP4 por debajo de 4 MB.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11480" y="6537960"/>
            <a:ext cx="6583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CodevaML · Marianne Lucena · Proyecto final frontend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11247120" y="653796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9436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7DD3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CONCLUSIONES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987552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 proyecto listo para presentar</a:t>
            </a:r>
            <a:endParaRPr lang="en-US" sz="3500" dirty="0"/>
          </a:p>
        </p:txBody>
      </p:sp>
      <p:sp>
        <p:nvSpPr>
          <p:cNvPr id="4" name="Text 2"/>
          <p:cNvSpPr/>
          <p:nvPr/>
        </p:nvSpPr>
        <p:spPr>
          <a:xfrm>
            <a:off x="594360" y="2029968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DDE7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CodevaML integra identidad visual, proyectos, servicios, video, mapa, contacto e interacciones JavaScript en un sitio frontend completo.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85800" y="3108960"/>
            <a:ext cx="4754880" cy="960120"/>
          </a:xfrm>
          <a:prstGeom prst="roundRect">
            <a:avLst>
              <a:gd name="adj" fmla="val 7619"/>
            </a:avLst>
          </a:prstGeom>
          <a:solidFill>
            <a:srgbClr val="0D264F"/>
          </a:solidFill>
          <a:ln w="12700">
            <a:solidFill>
              <a:srgbClr val="284E8A">
                <a:alpha val="9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3108960"/>
            <a:ext cx="82296" cy="9601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3246120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Aprendizaje técnico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3547872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DDE7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Mejoré estructura HTML, CSS responsive, JavaScript nativo y optimización multimedia.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85800" y="4343400"/>
            <a:ext cx="4754880" cy="960120"/>
          </a:xfrm>
          <a:prstGeom prst="roundRect">
            <a:avLst>
              <a:gd name="adj" fmla="val 7619"/>
            </a:avLst>
          </a:prstGeom>
          <a:solidFill>
            <a:srgbClr val="0D264F"/>
          </a:solidFill>
          <a:ln w="12700">
            <a:solidFill>
              <a:srgbClr val="284E8A">
                <a:alpha val="9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4343400"/>
            <a:ext cx="82296" cy="960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4480560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Resultado final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4782312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DDE7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portafolio profesional, funcional y coherente con mi perfil como Ingeniera en Informática.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086600" y="1325880"/>
            <a:ext cx="4389120" cy="35204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C7D2FE">
                <a:alpha val="85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11480" y="6537960"/>
            <a:ext cx="6583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6C6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CodevaML · Marianne Lucena · Proyecto final frontend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11247120" y="653796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B6C6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</a:t>
            </a:r>
            <a:endParaRPr lang="en-US" sz="750" dirty="0"/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A5C1DCFB-E28B-4F5A-56CE-1626AA7F8E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1" y="2177906"/>
            <a:ext cx="4389120" cy="216549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719</Words>
  <Application>Microsoft Office PowerPoint</Application>
  <PresentationFormat>Panorámica</PresentationFormat>
  <Paragraphs>151</Paragraphs>
  <Slides>12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CodevaML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CodevaML - Presentación del proyecto</dc:title>
  <dc:subject>Presentación del proyecto CodevaML</dc:subject>
  <dc:creator>Marianne Lucena</dc:creator>
  <cp:lastModifiedBy>Dell</cp:lastModifiedBy>
  <cp:revision>2</cp:revision>
  <dcterms:created xsi:type="dcterms:W3CDTF">2026-07-18T20:27:02Z</dcterms:created>
  <dcterms:modified xsi:type="dcterms:W3CDTF">2026-07-18T21:11:37Z</dcterms:modified>
</cp:coreProperties>
</file>